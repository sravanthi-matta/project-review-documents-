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3" r:id="rId6"/>
    <p:sldId id="271" r:id="rId7"/>
    <p:sldId id="272" r:id="rId8"/>
    <p:sldId id="273" r:id="rId9"/>
    <p:sldId id="264" r:id="rId10"/>
    <p:sldId id="274" r:id="rId11"/>
    <p:sldId id="276" r:id="rId12"/>
    <p:sldId id="277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E01455-DFD9-41B9-AA07-EFB1BBA603DE}" v="2" dt="2026-10-06T01:54:59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9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uthi1112@outlook.com" userId="21c7772b388b515c" providerId="LiveId" clId="{6B59E857-C03C-42F0-9E9A-CEE1DDD95E73}"/>
    <pc:docChg chg="undo custSel addSld delSld modSld">
      <pc:chgData name="shruthi1112@outlook.com" userId="21c7772b388b515c" providerId="LiveId" clId="{6B59E857-C03C-42F0-9E9A-CEE1DDD95E73}" dt="2026-10-06T16:09:49.937" v="306" actId="1076"/>
      <pc:docMkLst>
        <pc:docMk/>
      </pc:docMkLst>
      <pc:sldChg chg="modSp mod">
        <pc:chgData name="shruthi1112@outlook.com" userId="21c7772b388b515c" providerId="LiveId" clId="{6B59E857-C03C-42F0-9E9A-CEE1DDD95E73}" dt="2026-10-06T01:51:11.497" v="162" actId="14100"/>
        <pc:sldMkLst>
          <pc:docMk/>
          <pc:sldMk cId="3233512293" sldId="257"/>
        </pc:sldMkLst>
        <pc:spChg chg="mod">
          <ac:chgData name="shruthi1112@outlook.com" userId="21c7772b388b515c" providerId="LiveId" clId="{6B59E857-C03C-42F0-9E9A-CEE1DDD95E73}" dt="2026-10-06T01:51:11.497" v="162" actId="14100"/>
          <ac:spMkLst>
            <pc:docMk/>
            <pc:sldMk cId="3233512293" sldId="257"/>
            <ac:spMk id="3" creationId="{B9F6ACE0-86F9-C310-C1DE-2C67D82FC424}"/>
          </ac:spMkLst>
        </pc:spChg>
      </pc:sldChg>
      <pc:sldChg chg="addSp delSp modSp new mod">
        <pc:chgData name="shruthi1112@outlook.com" userId="21c7772b388b515c" providerId="LiveId" clId="{6B59E857-C03C-42F0-9E9A-CEE1DDD95E73}" dt="2026-10-06T16:09:49.937" v="306" actId="1076"/>
        <pc:sldMkLst>
          <pc:docMk/>
          <pc:sldMk cId="31694350" sldId="274"/>
        </pc:sldMkLst>
        <pc:spChg chg="mod">
          <ac:chgData name="shruthi1112@outlook.com" userId="21c7772b388b515c" providerId="LiveId" clId="{6B59E857-C03C-42F0-9E9A-CEE1DDD95E73}" dt="2026-10-06T16:09:49.937" v="306" actId="1076"/>
          <ac:spMkLst>
            <pc:docMk/>
            <pc:sldMk cId="31694350" sldId="274"/>
            <ac:spMk id="2" creationId="{6A5AE341-6A5B-6C63-CA46-5611FD59F49A}"/>
          </ac:spMkLst>
        </pc:spChg>
        <pc:spChg chg="add del mod">
          <ac:chgData name="shruthi1112@outlook.com" userId="21c7772b388b515c" providerId="LiveId" clId="{6B59E857-C03C-42F0-9E9A-CEE1DDD95E73}" dt="2026-10-06T16:09:32.181" v="301"/>
          <ac:spMkLst>
            <pc:docMk/>
            <pc:sldMk cId="31694350" sldId="274"/>
            <ac:spMk id="4" creationId="{6C5BBC24-7ACF-9E8D-58DD-AB7AF6AF649B}"/>
          </ac:spMkLst>
        </pc:spChg>
        <pc:picChg chg="add del mod ord">
          <ac:chgData name="shruthi1112@outlook.com" userId="21c7772b388b515c" providerId="LiveId" clId="{6B59E857-C03C-42F0-9E9A-CEE1DDD95E73}" dt="2026-10-06T16:09:09.045" v="298" actId="21"/>
          <ac:picMkLst>
            <pc:docMk/>
            <pc:sldMk cId="31694350" sldId="274"/>
            <ac:picMk id="5" creationId="{343C5D59-960E-C7D5-6681-526F35EAA349}"/>
          </ac:picMkLst>
        </pc:picChg>
        <pc:picChg chg="add mod ord">
          <ac:chgData name="shruthi1112@outlook.com" userId="21c7772b388b515c" providerId="LiveId" clId="{6B59E857-C03C-42F0-9E9A-CEE1DDD95E73}" dt="2026-10-06T16:09:43.469" v="305" actId="14100"/>
          <ac:picMkLst>
            <pc:docMk/>
            <pc:sldMk cId="31694350" sldId="274"/>
            <ac:picMk id="7" creationId="{E8C3480E-7698-3A66-9202-B6D5658FCB4B}"/>
          </ac:picMkLst>
        </pc:picChg>
      </pc:sldChg>
      <pc:sldChg chg="addSp delSp modSp new del mod">
        <pc:chgData name="shruthi1112@outlook.com" userId="21c7772b388b515c" providerId="LiveId" clId="{6B59E857-C03C-42F0-9E9A-CEE1DDD95E73}" dt="2026-10-06T16:05:47.768" v="254" actId="2696"/>
        <pc:sldMkLst>
          <pc:docMk/>
          <pc:sldMk cId="2327182412" sldId="275"/>
        </pc:sldMkLst>
      </pc:sldChg>
      <pc:sldChg chg="addSp modSp new mod">
        <pc:chgData name="shruthi1112@outlook.com" userId="21c7772b388b515c" providerId="LiveId" clId="{6B59E857-C03C-42F0-9E9A-CEE1DDD95E73}" dt="2026-09-25T12:41:08.374" v="161" actId="14100"/>
        <pc:sldMkLst>
          <pc:docMk/>
          <pc:sldMk cId="1686368127" sldId="276"/>
        </pc:sldMkLst>
        <pc:spChg chg="mod">
          <ac:chgData name="shruthi1112@outlook.com" userId="21c7772b388b515c" providerId="LiveId" clId="{6B59E857-C03C-42F0-9E9A-CEE1DDD95E73}" dt="2026-09-25T12:39:35.366" v="120" actId="14100"/>
          <ac:spMkLst>
            <pc:docMk/>
            <pc:sldMk cId="1686368127" sldId="276"/>
            <ac:spMk id="2" creationId="{A36BD601-E29A-BD59-D454-DB1CB241EEDB}"/>
          </ac:spMkLst>
        </pc:spChg>
        <pc:spChg chg="mod">
          <ac:chgData name="shruthi1112@outlook.com" userId="21c7772b388b515c" providerId="LiveId" clId="{6B59E857-C03C-42F0-9E9A-CEE1DDD95E73}" dt="2026-09-25T12:40:23.275" v="151" actId="20577"/>
          <ac:spMkLst>
            <pc:docMk/>
            <pc:sldMk cId="1686368127" sldId="276"/>
            <ac:spMk id="3" creationId="{03C80208-7763-DCB3-5447-287F822746D8}"/>
          </ac:spMkLst>
        </pc:spChg>
        <pc:picChg chg="add mod">
          <ac:chgData name="shruthi1112@outlook.com" userId="21c7772b388b515c" providerId="LiveId" clId="{6B59E857-C03C-42F0-9E9A-CEE1DDD95E73}" dt="2026-09-25T12:41:08.374" v="161" actId="14100"/>
          <ac:picMkLst>
            <pc:docMk/>
            <pc:sldMk cId="1686368127" sldId="276"/>
            <ac:picMk id="5" creationId="{4F996450-4E68-7EF2-0FE4-19AE4A75DF16}"/>
          </ac:picMkLst>
        </pc:picChg>
      </pc:sldChg>
      <pc:sldChg chg="addSp delSp modSp new mod">
        <pc:chgData name="shruthi1112@outlook.com" userId="21c7772b388b515c" providerId="LiveId" clId="{6B59E857-C03C-42F0-9E9A-CEE1DDD95E73}" dt="2026-10-06T16:06:54.932" v="267" actId="1076"/>
        <pc:sldMkLst>
          <pc:docMk/>
          <pc:sldMk cId="2604121459" sldId="277"/>
        </pc:sldMkLst>
        <pc:spChg chg="mod">
          <ac:chgData name="shruthi1112@outlook.com" userId="21c7772b388b515c" providerId="LiveId" clId="{6B59E857-C03C-42F0-9E9A-CEE1DDD95E73}" dt="2026-10-06T01:52:23.534" v="183" actId="1076"/>
          <ac:spMkLst>
            <pc:docMk/>
            <pc:sldMk cId="2604121459" sldId="277"/>
            <ac:spMk id="2" creationId="{3336E06E-3AFE-58D9-EFFE-27FEEA5C33FE}"/>
          </ac:spMkLst>
        </pc:spChg>
        <pc:spChg chg="mod">
          <ac:chgData name="shruthi1112@outlook.com" userId="21c7772b388b515c" providerId="LiveId" clId="{6B59E857-C03C-42F0-9E9A-CEE1DDD95E73}" dt="2026-10-06T16:06:49.612" v="266" actId="20577"/>
          <ac:spMkLst>
            <pc:docMk/>
            <pc:sldMk cId="2604121459" sldId="277"/>
            <ac:spMk id="3" creationId="{2305A991-6BDB-A2F7-A5DD-2231FD444C46}"/>
          </ac:spMkLst>
        </pc:spChg>
        <pc:picChg chg="add del mod">
          <ac:chgData name="shruthi1112@outlook.com" userId="21c7772b388b515c" providerId="LiveId" clId="{6B59E857-C03C-42F0-9E9A-CEE1DDD95E73}" dt="2026-10-06T16:05:55.256" v="255" actId="21"/>
          <ac:picMkLst>
            <pc:docMk/>
            <pc:sldMk cId="2604121459" sldId="277"/>
            <ac:picMk id="5" creationId="{11F4A851-C4A0-187B-BD4D-6B7880D3F6DD}"/>
          </ac:picMkLst>
        </pc:picChg>
        <pc:picChg chg="add mod">
          <ac:chgData name="shruthi1112@outlook.com" userId="21c7772b388b515c" providerId="LiveId" clId="{6B59E857-C03C-42F0-9E9A-CEE1DDD95E73}" dt="2026-10-06T16:06:54.932" v="267" actId="1076"/>
          <ac:picMkLst>
            <pc:docMk/>
            <pc:sldMk cId="2604121459" sldId="277"/>
            <ac:picMk id="6" creationId="{D3EF5954-5B1A-F487-552D-2B365631F2D2}"/>
          </ac:picMkLst>
        </pc:picChg>
      </pc:sldChg>
      <pc:sldChg chg="addSp delSp modSp new mod">
        <pc:chgData name="shruthi1112@outlook.com" userId="21c7772b388b515c" providerId="LiveId" clId="{6B59E857-C03C-42F0-9E9A-CEE1DDD95E73}" dt="2026-10-06T16:08:53.438" v="297" actId="14100"/>
        <pc:sldMkLst>
          <pc:docMk/>
          <pc:sldMk cId="2980915308" sldId="278"/>
        </pc:sldMkLst>
        <pc:spChg chg="mod">
          <ac:chgData name="shruthi1112@outlook.com" userId="21c7772b388b515c" providerId="LiveId" clId="{6B59E857-C03C-42F0-9E9A-CEE1DDD95E73}" dt="2026-10-06T01:54:59.822" v="226"/>
          <ac:spMkLst>
            <pc:docMk/>
            <pc:sldMk cId="2980915308" sldId="278"/>
            <ac:spMk id="2" creationId="{4CF06BC0-7EBB-A433-4B76-531FE363A1CD}"/>
          </ac:spMkLst>
        </pc:spChg>
        <pc:spChg chg="mod">
          <ac:chgData name="shruthi1112@outlook.com" userId="21c7772b388b515c" providerId="LiveId" clId="{6B59E857-C03C-42F0-9E9A-CEE1DDD95E73}" dt="2026-10-06T16:07:44.718" v="290" actId="20577"/>
          <ac:spMkLst>
            <pc:docMk/>
            <pc:sldMk cId="2980915308" sldId="278"/>
            <ac:spMk id="3" creationId="{5F32E5D3-8FE4-F26D-141F-2067E19A6345}"/>
          </ac:spMkLst>
        </pc:spChg>
        <pc:picChg chg="add del mod">
          <ac:chgData name="shruthi1112@outlook.com" userId="21c7772b388b515c" providerId="LiveId" clId="{6B59E857-C03C-42F0-9E9A-CEE1DDD95E73}" dt="2026-10-06T16:07:31.556" v="288" actId="931"/>
          <ac:picMkLst>
            <pc:docMk/>
            <pc:sldMk cId="2980915308" sldId="278"/>
            <ac:picMk id="5" creationId="{76F81DED-16CA-41C7-C7A7-4F1531570FC4}"/>
          </ac:picMkLst>
        </pc:picChg>
        <pc:picChg chg="add mod">
          <ac:chgData name="shruthi1112@outlook.com" userId="21c7772b388b515c" providerId="LiveId" clId="{6B59E857-C03C-42F0-9E9A-CEE1DDD95E73}" dt="2026-10-06T16:08:53.438" v="297" actId="14100"/>
          <ac:picMkLst>
            <pc:docMk/>
            <pc:sldMk cId="2980915308" sldId="278"/>
            <ac:picMk id="7" creationId="{28BC26B2-A776-9F61-1424-C3D3566BEC2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90DFD-888B-C0DD-7D60-714E8F7CC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6FE97-7D78-6822-E889-E2634D9B0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C0F49-BA60-B192-7446-518E1A431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61CFF-CC88-9998-B166-9180AC623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F2C32-38EA-F4EF-CFCC-E19CE4D1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17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7D57-670E-C793-6EA4-176F3F617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44FCF-C256-5AB9-EAE1-9BC2A3B8C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EAAE2-5BE7-8D22-AC42-69C671A2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F3E81-E34F-E180-FEDA-7D018D0D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622CA-EF4C-D636-25E8-9A44ECD5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439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21A2-5146-E4D5-4021-D6DC63139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27B0D-372C-9773-E8F0-8D91928D1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61E96-3313-195A-EE7E-C8B0FB940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57A16-C9FB-1800-35E7-7E5A17927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43546-35B2-F355-F3E9-3685273B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697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B53BD-9CE6-1013-4504-1CCA63010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B0689-F03B-159A-98CF-A9CA3DAAA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8A8AC-9B00-47DF-9160-E1303516A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E7043-6096-0363-BBAC-4577312F2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E8F47-734D-AA2B-701E-E07D7F8B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DFF3A-97F4-C188-480B-DE6CBC409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89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649B0-80AF-FE1B-4B43-515DEEE9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22B74-BEAC-B300-4CFC-B0298CD72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85895-CE30-D777-4A36-69BE42BD4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02743D-A525-2497-6AE0-89568B15C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619928-7AE7-65A7-F766-1366CDA8D8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248AFC-4D67-044A-1AB2-405281D5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871CC-5F1E-5EE5-AFC0-686DC920A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38423-3C6A-E0DC-AB3D-3D87684C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747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19F8-7C41-FB6B-47F4-3717C1DF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4E6BEF-443C-CEBC-A219-024087C69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1DAAC3-F2C4-0CC0-1571-13E86FE2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5B93C-5546-5FA5-6698-A847511BD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98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14DEE5-AE58-6EF6-18C5-06F991BE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052E8-4A93-05CF-114F-A744AA443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4D3AA-F7FC-DD86-D429-00F33D0B0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70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D669-F922-F860-C130-ECBC8F718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F41BB-3E3B-F9E8-B2B2-47D0B8362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4C5E8-4E4F-4F54-6D47-8A44B4AC5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CCC4C-03D5-CA8A-92BA-4CEB20142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3474F-72C3-E917-14D2-D3F9C964B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59F34-5BDC-684B-0A02-4DB467E3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102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D9DE6-CE4B-F2E7-DE58-0EC396DEE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86D73E-F267-A2CE-0D28-B75F38A61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3E99-55FD-B2D2-7E53-07A3559BD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C7591-0768-C0F8-1C56-0F8E7E38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FDBAC-BE51-1D50-BFAC-45E3D1952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DDE47-3BD1-38AF-86CE-294D77844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891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F2CA-81FF-A38F-D90F-EEB44AD3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07FD1-FE0D-7BDD-45D3-A075FB639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BA0C0-9456-3321-85AF-8A12B071B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BA0D0-38D0-A427-4499-C008EB78A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320A1-82C5-6051-0E88-995DF5710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50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0D0606-9434-F39F-8707-490CBB5C26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CDB93-26E1-83C9-25B8-4D3888DC9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CD32-0A74-CBDF-6731-4C4BA1041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CD0A5-0F7B-9CD3-1714-C2748EBCA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59E28-4DF2-B65C-B8DF-9ECFBD3EC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42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8D5A2F-F7B4-87E2-4E53-4D8E96C18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625E4-D87E-1645-56F7-CE3F6C2C7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F98FB-81D7-0569-DADF-D1CE4CA2C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44E94-6A5F-47FB-A101-B64F7ECDAF4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03076-9D59-A845-16D8-38AA37429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9DAAF-D11E-0B22-1AAF-10A003498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98AFA4-60AD-4D57-A0ED-A93CEA3685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67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9F6ACE0-86F9-C310-C1DE-2C67D82FC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702" y="1695796"/>
            <a:ext cx="10803059" cy="4854634"/>
          </a:xfrm>
        </p:spPr>
        <p:txBody>
          <a:bodyPr/>
          <a:lstStyle/>
          <a:p>
            <a:pPr marL="391160">
              <a:lnSpc>
                <a:spcPct val="150000"/>
              </a:lnSpc>
            </a:pPr>
            <a:r>
              <a:rPr lang="en-US" b="1" u="sng" spc="-229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b="1" u="sng" spc="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spc="-16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b="1" u="sng" spc="3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spc="-22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b="1" u="sng" spc="2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spc="-24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b="1" u="sng" spc="45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spc="-9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ENGINEERING(AI&amp;ML)</a:t>
            </a:r>
          </a:p>
          <a:p>
            <a:pPr marL="391160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DEEP RESEARCH SYSTEM</a:t>
            </a:r>
          </a:p>
          <a:p>
            <a:pPr algn="l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 By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J. Naresh                                                                                            T. Shruthi (23RA1A66A8)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                                                                                  M. Sravanthi (23RA1A66B3)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CSE(AIML)                                                                     T. Srivardhan (23RA1A66B9)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B. Vishnu (23RA1A66D5)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1160" algn="l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BBAD3A-8A9D-8142-0414-94075271F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878" y="307570"/>
            <a:ext cx="1152244" cy="1205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08B702-EEFD-3C47-B646-B5B5F7953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3464" y="307569"/>
            <a:ext cx="1030080" cy="12749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75240D1-5C41-2690-B205-2C7E74894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6415" y="307571"/>
            <a:ext cx="9221585" cy="166780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KOMMURI</a:t>
            </a:r>
            <a:r>
              <a:rPr lang="en-US" sz="2000" b="1" spc="-6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PRATAP</a:t>
            </a:r>
            <a:r>
              <a:rPr lang="en-US" sz="2000" b="1" spc="-4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REDDY</a:t>
            </a:r>
            <a:r>
              <a:rPr lang="en-US" sz="2000" b="1" spc="-4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INSTITUTE</a:t>
            </a:r>
            <a:r>
              <a:rPr lang="en-US" sz="2000" b="1" spc="-3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OF</a:t>
            </a:r>
            <a:r>
              <a:rPr lang="en-US" sz="2000" b="1" spc="-45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TECHNOLOGY</a:t>
            </a:r>
            <a:br>
              <a:rPr lang="en-US" sz="2000" b="1" spc="-10" dirty="0">
                <a:latin typeface="Times New Roman"/>
                <a:cs typeface="Times New Roman"/>
              </a:rPr>
            </a:br>
            <a:r>
              <a:rPr lang="en-US" sz="2000" b="1" spc="-10" dirty="0">
                <a:latin typeface="Times New Roman"/>
                <a:cs typeface="Times New Roman"/>
              </a:rPr>
              <a:t>(UGC-</a:t>
            </a:r>
            <a:r>
              <a:rPr lang="en-US" sz="2000" b="1" dirty="0">
                <a:latin typeface="Times New Roman"/>
                <a:cs typeface="Times New Roman"/>
              </a:rPr>
              <a:t>Autonomous</a:t>
            </a:r>
            <a:r>
              <a:rPr lang="en-US" sz="2000" b="1" spc="-30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Institution)</a:t>
            </a:r>
            <a:br>
              <a:rPr lang="en-US" sz="2000" b="1" spc="-10" dirty="0">
                <a:latin typeface="Times New Roman"/>
                <a:cs typeface="Times New Roman"/>
              </a:rPr>
            </a:br>
            <a:r>
              <a:rPr lang="en-IN" sz="2000" b="1" dirty="0" err="1">
                <a:latin typeface="Times New Roman"/>
                <a:cs typeface="Times New Roman"/>
              </a:rPr>
              <a:t>Ghanpur</a:t>
            </a:r>
            <a:r>
              <a:rPr lang="en-IN" sz="2000" b="1" dirty="0">
                <a:latin typeface="Times New Roman"/>
                <a:cs typeface="Times New Roman"/>
              </a:rPr>
              <a:t>(V),</a:t>
            </a:r>
            <a:r>
              <a:rPr lang="en-IN" sz="2000" b="1" spc="-45" dirty="0">
                <a:latin typeface="Times New Roman"/>
                <a:cs typeface="Times New Roman"/>
              </a:rPr>
              <a:t> </a:t>
            </a:r>
            <a:r>
              <a:rPr lang="en-IN" sz="2000" b="1" dirty="0" err="1">
                <a:latin typeface="Times New Roman"/>
                <a:cs typeface="Times New Roman"/>
              </a:rPr>
              <a:t>Ghatkesar</a:t>
            </a:r>
            <a:r>
              <a:rPr lang="en-IN" sz="2000" b="1" dirty="0">
                <a:latin typeface="Times New Roman"/>
                <a:cs typeface="Times New Roman"/>
              </a:rPr>
              <a:t>(M),</a:t>
            </a:r>
            <a:r>
              <a:rPr lang="en-IN" sz="2000" b="1" spc="-45" dirty="0">
                <a:latin typeface="Times New Roman"/>
                <a:cs typeface="Times New Roman"/>
              </a:rPr>
              <a:t> </a:t>
            </a:r>
            <a:r>
              <a:rPr lang="en-IN" sz="2000" b="1" dirty="0" err="1">
                <a:latin typeface="Times New Roman"/>
                <a:cs typeface="Times New Roman"/>
              </a:rPr>
              <a:t>Medchal</a:t>
            </a:r>
            <a:r>
              <a:rPr lang="en-IN" sz="2000" b="1" dirty="0">
                <a:latin typeface="Times New Roman"/>
                <a:cs typeface="Times New Roman"/>
              </a:rPr>
              <a:t>(D),</a:t>
            </a:r>
            <a:r>
              <a:rPr lang="en-IN" sz="2000" b="1" spc="-60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Times New Roman"/>
                <a:cs typeface="Times New Roman"/>
              </a:rPr>
              <a:t>Hyderabad-500088</a:t>
            </a:r>
            <a:br>
              <a:rPr lang="en-IN" sz="4400" dirty="0">
                <a:latin typeface="Times New Roman"/>
                <a:cs typeface="Times New Roman"/>
              </a:rPr>
            </a:b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512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D675A-C397-B11C-2ACF-846D060F3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976" y="267590"/>
            <a:ext cx="10515600" cy="121757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866D58B-E572-5652-C31E-4C55CAAB80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649" y="1470034"/>
            <a:ext cx="11962701" cy="5120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search requires users to manually search, open, compare, and summarize multiple sources.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General-purpose AI systems may provide answers without sufficiently transparent source verification.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from multiple sources can be difficult to organize into a structured research report.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answers may contain unsupported or inaccurate claims.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autonomous research system that can plan, search, retrieve,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verify, and cite information.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 reduce manual research effort while improving source traceability and reliability.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491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20DC-7D2F-1179-047E-CF164D982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142" y="0"/>
            <a:ext cx="10515600" cy="130029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ABSTRACT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34BCA1-EF3B-819B-267D-D2CF39ECDE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988" y="851557"/>
            <a:ext cx="11852366" cy="562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Deep Researcher is an AI-based multi-step research system.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accepts a broad research question from the user.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Planner Agent decomposes the question into smaller research questions.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Searcher and Fetcher Agents collect relevant information from web sources.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Research Agent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collected information and generates a structured report.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Critic Agent is planned to review the report for missing information and unsupported claims.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ultimately support iterative research, source-based citations, and confidence assessment.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prototype demonstrates the basic research pipeline using a local LLM and web search.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145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CEA75-3FA7-9B19-008F-96B0179F9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23"/>
            <a:ext cx="10515600" cy="1325563"/>
          </a:xfrm>
        </p:spPr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06F59-6197-F9A6-1E31-9101C002B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83" y="1602297"/>
            <a:ext cx="11585196" cy="457466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Yao et al. (2023) –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Synergizing Reasoning and Acting in Language Models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reasoning and action in language models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Allowed agents to interact with external tools and environments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performance on knowledge-intensive tasks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iterative reason → act → observe behaviour 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still produce errors during reasoning and tool selection 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114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8FE59-42CD-3996-AF66-8AB71A48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088" y="0"/>
            <a:ext cx="10515600" cy="1610139"/>
          </a:xfrm>
        </p:spPr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CCAE4-141C-163D-3525-64009E217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617" y="1543574"/>
            <a:ext cx="11104653" cy="510570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Schick et al. (2023) –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Toolformer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Language Models Can Teach Themselves to Use Tools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enabling language models to use external tools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tools such as calculators, search engines, and APIs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the ability of LLMs to obtain information beyond their internal knowledge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the importance of tool-augmented AI systems 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 selection and generated tool calls may still be unreliable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359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8B82E-AA7A-DC5B-741A-F2CADD032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42" y="18255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2165C-05FD-9ABB-6513-E2977B637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350"/>
            <a:ext cx="10515600" cy="508372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Shinn et al. (2023) – Reflexion: Language Agents with Verbal Reinforcement Learning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self-reflection for language agents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 evaluate previous actions and learn from their mistakes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verbal feedback to improve subsequent attempts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Helped agents perform better on tasks requiring multiple attempts 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Depends on the quality of self-evaluation and may propagate incorrect feedback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372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683CE-EE0B-9ABE-9F92-27C247260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09" y="0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14BF3-6C97-6DEB-34F7-DBFFCDBAD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839" y="1417739"/>
            <a:ext cx="10925961" cy="505856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Wu et al. (2023) –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AutoGen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Enabling Next-Gen LLM Applications via Multi-Agent Conversation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framework for multi-agent LLM applications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agents can communicate and collaborate on tasks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specialized roles and automated task execution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need for a single agent to perform every task 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Multi-agent communication can increase complexity and computational cost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5166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2347-B4A2-35BA-EF8C-830A171FA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75" y="264254"/>
            <a:ext cx="10515600" cy="108440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D3BC2-FD38-554F-AAD5-CAEED952E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673" y="1476462"/>
            <a:ext cx="11232859" cy="5117284"/>
          </a:xfrm>
        </p:spPr>
        <p:txBody>
          <a:bodyPr>
            <a:normAutofit fontScale="92500" lnSpcReduction="10000"/>
          </a:bodyPr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search engines return a list of webpages.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must manually: </a:t>
            </a:r>
          </a:p>
          <a:p>
            <a:pPr lvl="1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relevant sources </a:t>
            </a:r>
          </a:p>
          <a:p>
            <a:pPr lvl="1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webpages </a:t>
            </a:r>
          </a:p>
          <a:p>
            <a:pPr lvl="1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information </a:t>
            </a:r>
          </a:p>
          <a:p>
            <a:pPr lvl="1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sources </a:t>
            </a:r>
          </a:p>
          <a:p>
            <a:pPr lvl="1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important points </a:t>
            </a:r>
          </a:p>
          <a:p>
            <a:pPr lvl="1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final report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AI assistants can summarize information quickly. However, generated answers can contain hallucinated or unsupported information.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verification and research coverage may depend heavily on the user.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generally do not provide the complete autonomous research cycle.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434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430CD-E0C3-CFA8-E756-5BC10C42B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FEBDF-6FB3-A1EA-4564-0478731CF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49" y="1283516"/>
            <a:ext cx="11009851" cy="4893447"/>
          </a:xfrm>
        </p:spPr>
        <p:txBody>
          <a:bodyPr>
            <a:norm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Agentic Deep Researcher using multiple specialized agents.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Planner Agent breaks the main question into sub-questions.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Searcher Agent searches the web for each sub-question.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Fetcher Agent retrieves webpage content.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Agent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collected information.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 Agent checks the generated report.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gaps are detected, the system will perform additional searches.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will be generated from the actual retrieved source metadata.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system will produce a structured, source-grounded research report.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4369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AE341-6A5B-6C63-CA46-5611FD59F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019"/>
            <a:ext cx="10515600" cy="111104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8C3480E-7698-3A66-9202-B6D5658FC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0" y="1574800"/>
            <a:ext cx="1098296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4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BD601-E29A-BD59-D454-DB1CB241E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7148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80208-7763-DCB3-5447-287F82274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4" y="1396181"/>
            <a:ext cx="11375922" cy="533891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Module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Planning Module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Search Module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Retrieval Module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Analysis Module                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Module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 / Verification Module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Report with Citations and References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996450-4E68-7EF2-0FE4-19AE4A75D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606" y="1081548"/>
            <a:ext cx="6705600" cy="470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368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6E06E-3AFE-58D9-EFFE-27FEEA5C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" y="0"/>
            <a:ext cx="10515600" cy="103105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5A991-6BDB-A2F7-A5DD-2231FD444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51" y="953729"/>
            <a:ext cx="11117826" cy="5574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 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EF5954-5B1A-F487-552D-2B365631F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50" y="1752832"/>
            <a:ext cx="10849899" cy="397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21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06BC0-7EBB-A433-4B76-531FE363A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1"/>
            <a:ext cx="10921181" cy="104221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2E5D3-8FE4-F26D-141F-2067E19A6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924232"/>
            <a:ext cx="11405420" cy="569287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 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BC26B2-A776-9F61-1424-C3D3566BE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520" y="1483360"/>
            <a:ext cx="8371840" cy="537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15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738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Wingdings</vt:lpstr>
      <vt:lpstr>Office Theme</vt:lpstr>
      <vt:lpstr>KOMMURI PRATAP REDDY INSTITUTE OF TECHNOLOGY (UGC-Autonomous Institution) Ghanpur(V), Ghatkesar(M), Medchal(D), Hyderabad-500088 </vt:lpstr>
      <vt:lpstr>PROBLEM STATEMENT</vt:lpstr>
      <vt:lpstr> ABSTRACT</vt:lpstr>
      <vt:lpstr>LITERATURE SURVEY </vt:lpstr>
      <vt:lpstr>LITERATURE SURVEY </vt:lpstr>
      <vt:lpstr>LITERATURE SURVEY </vt:lpstr>
      <vt:lpstr>LITERATURE SURVEY </vt:lpstr>
      <vt:lpstr>EXISTING SYSTEM</vt:lpstr>
      <vt:lpstr>PROPOSED SYSTEM</vt:lpstr>
      <vt:lpstr>SYSTEM ARCHITECTURE</vt:lpstr>
      <vt:lpstr>MODULES</vt:lpstr>
      <vt:lpstr>UML DIAGRAMS</vt:lpstr>
      <vt:lpstr>UML DIAGRAMS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shruthi1112@outlook.com</dc:creator>
  <cp:lastModifiedBy>sravanthimatta29@gmail.com</cp:lastModifiedBy>
  <cp:revision>1</cp:revision>
  <dcterms:created xsi:type="dcterms:W3CDTF">2026-09-23T14:40:40Z</dcterms:created>
  <dcterms:modified xsi:type="dcterms:W3CDTF">2026-10-06T16:50:06Z</dcterms:modified>
</cp:coreProperties>
</file>